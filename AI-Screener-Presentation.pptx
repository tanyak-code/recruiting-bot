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2286000" cy="130302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Screening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C8E8"/>
                </a:solidFill>
              </a:rPr>
              <a:t>How I built a system that screens 500 candidates in under an hour —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C8E8"/>
                </a:solidFill>
              </a:rPr>
              <a:t>and how you can too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Tanya Kuwadekar  |  Scribd Recruiting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Manual Screening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 per role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Reviewing 500 resumes manually takes 10–15 hours — before a single screen is booked.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00584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898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Without a clear rubric, the same resume gets different scores from different reviewers.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78892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fatigue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7296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By resume 80, your judgment is impaired. The last candidates get a worse review than the first.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78892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788920"/>
            <a:ext cx="5486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Wasted screens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17296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Booking screens with candidates who clearly don't fit the role costs everyone's time and budget.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554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Pulls scored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candidates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057400"/>
            <a:ext cx="5943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15544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Screens against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calibrated criteria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057400"/>
            <a:ext cx="5943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15544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HTML dashboard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auto-refreshes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057400"/>
            <a:ext cx="5943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155448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Ashby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Archives 1s &amp; 2s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automatically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Result: 500 candidates screened in ~45 minutes for ~$30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 Before Starting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TOOLS &amp; ACCESS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Claude Enterprise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609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Already paid for by Scribd — use Cowork or the API via your API key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Brainner account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295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You need API access — ask your Brainner admin for a Bearer JWT token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Ashby account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80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You need an API key from Ashby Settings → API Keys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021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021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Node.js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6667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Free download at nodejs.org — version 18+ recommended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The screener scripts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3525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Shared folder on the recruiting drive — ask Tanya for access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COST BREAKDOWN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353312"/>
            <a:ext cx="40233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Claude API (per 100 resumes)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1481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~$3–4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1792224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Claude API (per 500 resumes)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19933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~$15–20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304288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Claude API (per 1,000 resumes)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25054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~$30–35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816352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Brainner API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3017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FREE (included in subscription)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328416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529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Ashby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23760" y="35295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FREE (included in subscription)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840480"/>
            <a:ext cx="3566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Node.js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4041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FREE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Note: Scribd's Claude Enterprise plan covers the API cost — just use your company API key.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Write &amp; Calibrate Your Criteria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411480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HOW TO BUILD YOUR CRITERIA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1. Start with the JD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Pull the must-haves and nice-to-haves. Write them as gates — things the candidate must pass, not just have.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2. Rate real candidates first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Before running the script, manually score 5–10 candidates with the HM. Note what passed and what didn't.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7980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3. Add calibration examples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026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Add 3–5 real scored candidates into your criteria as examples (name, company, why they passed or failed).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4655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4. Define score 1–4 clearly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1 = hard no. 2 = no (archive). 3 = borderline / probe. 4 = strong yes. Be specific about what earns each score.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5. Iterate after each run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361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Review where Claude got it wrong. Update the criteria. Two rounds of calibration usually locks it in.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3931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EXAMPLE: 4-GATE STRUCTURE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463040"/>
            <a:ext cx="5486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4904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Gate 1: Company/Industry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17190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Is the candidate from a tech or tech-adjacent company? Filters out manufacturing, government, legacy enterprise.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304288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3317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Gate 2: AI Requirement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56032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Any hands-on AI signal in their work — not just 'AI' in the skills section. Must appear in a role description.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145536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1729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Gate 3: Strategic Level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4015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Do they own programs and influence senior leaders? Analysts and coordinators are a hard no.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986784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01421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Gate 4: Ops Type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42428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Is their ops experience product/engineering ops — not IT, finance/AP, or compliance ops?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Pull Candidates from Brainner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8321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Filter: 'To Review' only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In Brainner's API, "To Review" candidates have status = "evaluated". Only screen candidates who haven't been acted on yet.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8321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304288"/>
            <a:ext cx="64008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140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Sort: Highest score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Always pull candidates sorted Score:desc. This ensures your budget is spent on the most promising candidates — not random 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602736"/>
            <a:ext cx="83210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602736"/>
            <a:ext cx="64008" cy="10972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124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Paginate through all pages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05993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Brainner caps at 200 per page. With 5,000+ applicants per role, the script must loop through all pages before filtering and slicing to your TOP_N.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</a:rPr>
              <a:t>Pro tip: Run count-tpm-scores.js first to see the Brainner score distribution before committing to a full run.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Scoring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96112"/>
            <a:ext cx="8321040" cy="86868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33272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987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Yes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 gates pass. Advance immediately — HM screen this week.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097280"/>
            <a:ext cx="21031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097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Move to HM Screen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8321040" cy="868680"/>
          </a:xfrm>
          <a:prstGeom prst="rect">
            <a:avLst/>
          </a:prstGeom>
          <a:solidFill>
            <a:srgbClr val="E0F2FE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39112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39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Borderline / Yes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Strong on most signals, one gap to probe. Worth a recruiter screen to validate.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2103120"/>
            <a:ext cx="21031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Book Recruiter Screen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907792"/>
            <a:ext cx="8321040" cy="86868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044952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449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2999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Fails one or more critical gates. Do not advance. Archive in Ashby automatically.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3108960"/>
            <a:ext cx="21031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Auto-Archive in Ashby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913632"/>
            <a:ext cx="8321040" cy="86868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050792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50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Immediate disqualifier — wrong function, wrong industry, or no relevant experience.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4114800"/>
            <a:ext cx="21031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Auto-Archive in Ashby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— Run the Screener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502920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50292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~/Desktop/ashby-screener</a:t>
            </a:r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screen-sr-tpm.js</a:t>
            </a:r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cache: 196 already screened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Fetching candidates…  Page 1: 200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[1/500] John Smith (Brainner: 95)  score: 4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[2/500] Jane Lee  (Brainner: 92)  score: 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063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960120"/>
            <a:ext cx="3063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960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WHAT HAPPENS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0" y="141732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3898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Fetches all candidates from Brainner across paginated pages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67335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645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Skips anyone already in cache (no re-screening)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929384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9019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Sorts by Brainner score, takes your TOP_N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2185416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1579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Sends each resume + criteria to Claude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2441448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41401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Saves score + summary to cache and CSV instantly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269748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6700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Writes live HTML report after every candidate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154680"/>
            <a:ext cx="83210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54680"/>
            <a:ext cx="83210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546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THE CACHE — YOUR BEST FRIEND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5661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Every screened candidate is saved to a local JSON cache file (e.g. sr-tpm-cache.json). On every subsequent run, the script checks the cache first and skips anyone already screened — so you never pay twice for the same candidate, and batches always pick up exactly where you left off. Run it 5 times and it screens 5 fresh batches with zero overlap.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— The Live HTML Report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5212080" cy="3931920"/>
          </a:xfrm>
          <a:prstGeom prst="rect">
            <a:avLst/>
          </a:prstGeom>
          <a:solidFill>
            <a:srgbClr val="F0F2F5"/>
          </a:solidFill>
          <a:ln w="9525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5212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Sr. Manager TPM — Scribd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Ed's calibrated screening · 500 candidates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206240" y="1051560"/>
            <a:ext cx="1188720" cy="256032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051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Running...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484632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54480"/>
            <a:ext cx="26517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7190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14 · Score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17190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9 · Score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17190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24 · Score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17190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8 · Score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176272"/>
            <a:ext cx="5029200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176272"/>
            <a:ext cx="36576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#1  Ryan Steffen  |  Amazon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0" y="22494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Score 4 — Strong Yes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244144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Amazon consumer devices, managed 8 TPMs, data-driven throughout…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852928"/>
            <a:ext cx="5029200" cy="594360"/>
          </a:xfrm>
          <a:prstGeom prst="rect">
            <a:avLst/>
          </a:prstGeom>
          <a:solidFill>
            <a:srgbClr val="E0F2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852928"/>
            <a:ext cx="36576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889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#2  Renee Chorney  |  Twitter / Unity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0" y="29260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Score 3 — Yes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31181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Strong TPM, consumer product present, built team from scratch…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6576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Screening in progress... 445 remaining. Page refreshes every 4s.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960120"/>
            <a:ext cx="2880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52160" y="960120"/>
            <a:ext cx="288036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9601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WHAT TO LOOK FOR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97880" y="141732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444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Scores 4 first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These are your immediate moves. Book HM screens same day.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97880" y="2267712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295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Score 3 summaries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2542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Read the Top Concern — does it match your gut? If the probe seems manageable, book the screen.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97880" y="3118104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1455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Score 2 patterns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3924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If you see the same concern across many candidates, the criteria may need a tweak.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97880" y="3968496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3995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'No resume' errors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 few candidates will have thin Brainner profiles. Pull their LinkedIn manually — don't assume they're a 1.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 — Archive in Ashby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After the screener finishes, run the archive script. It reads your cache and moves every score 1 and 2 candidate in Ashby — but only if they're currently in Application Review.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8321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5448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"Application Review"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The script checks each candidate's current Ashby stage before moving them. If they've already been moved to Phone Screen, Shortlisted, or any other stage — they are skipped entirely. No accidental moves.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8321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65176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scores 1 and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Scores 3 and 4 are never touched. The archive script only reads candidates with ourScore === 1 or ourScore === 2 from the local cache file.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749040"/>
            <a:ext cx="8321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749040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automated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6966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One command. The script paginates through all Ashby applications, matches by email, checks stage, moves, and prints a full summary. ~150ms per candidate to respect API rate limits.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C2626"/>
                </a:solidFill>
              </a:rPr>
              <a:t>Why this matters: We had a candidate nearly archived who was already in a Phone Screen stage. This rule prevents that.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Tips for Getting the Most Out of This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 before you screen at scale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13624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Run 20–30 candidates with the hiring manager in the room. Agree on the scores. Then update the criteria before sending it through 500 people.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051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read the score 3s yourself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40680" y="13624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Claude is conservative on 3s — it flags the concern but leaves the call to you. Read the Top Concern for every score 3 and make a human judgment.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423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criteria tight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27340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Longer criteria isn't better. If the HM keeps changing their mind about what matters, the criteria will drift and your scores will be inconsistent.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423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Brainner score as a pre-filter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0" y="27340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Don't start at the bottom of the Brainner ranked list. Screen the top 500 by Brainner score first. You'll find all your 4s and most of your 3s there.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794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calibration examples as you go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88720" y="41056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Every time a candidate comes back from a screen and you learn something, add them as a calibration example. The criteria gets sharper over time.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70332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8404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794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your archiving after each run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40680" y="41056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Don't archive mid-screen. Run the full screener first, review the results, then run the archive script once. Gives you a chance to catch any surprises.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Screener Can't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961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The screener is a first filter, not a final answer. Here's where you still need to be in the loop: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between the lines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7739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 candidate who worked at a big company in a small role looks identical to one who drove real impact. Claude reads the resume — you read the person.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soft signals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7739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How someone asks questions in a screen. Whether they've done homework on the company. Culture fit. Motivation. These don't live in a resume.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578608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Handle referrals appropriately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9809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If Ed or Jordan refers someone, that context doesn't exist in the resume. Flag referrals before running them through the screener.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578608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578608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HM calibration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9809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The criteria is only as good as the HM's input. If you haven't calibrated with them on real examples, the scores will drift from what they actually want.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785616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785616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thin Brainner profiles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41879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Some candidates have very little in their Brainner profile. A score 1 on a thin profile isn't a real score — pull their LinkedIn before archiving.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785616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85616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Self-update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41879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When requirements change, you need to update the criteria manually. The script keeps running with stale criteria until you tell it to change.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So Far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8755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candidates screened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98755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789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1460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active roles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8755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789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total API spend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987552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789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&lt;1hr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2084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 batch of 500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286000"/>
            <a:ext cx="83210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286000"/>
            <a:ext cx="832104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86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ROLES RUNNING ON THE SCREENER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Operations Lead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HM: 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2 batches complete · 244 archived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43800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Score 3+: 15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127248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Sr. Manager TPM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HM: 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Running now · 177 archived so far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3429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Score 3+: 23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3813048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PM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HM: Jordan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Ready to run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4114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Criteria calibrated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Before this system, screening 100 candidates manually took ~4 hours per role.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Now it runs overnight and the results are waiting in the morning.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batch is one command away.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~/Desktop/ashby-screener &amp;&amp; node screen-your-role.js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What to do right now: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3017520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Get your Brainner API token from your Brainner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3319272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300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Get your Ashby API key from Settings &gt; API Keys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3621024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Ping Tanya for the screener scripts folder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922776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904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Schedule 30 min with your HM to calibrate criteria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Questions?  tchawla88@gmail.com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Screener</dc:title>
  <dc:subject>PptxGenJS Presentation</dc:subject>
  <dc:creator>PptxGenJS</dc:creator>
  <cp:lastModifiedBy>PptxGenJS</cp:lastModifiedBy>
  <cp:revision>1</cp:revision>
  <dcterms:created xsi:type="dcterms:W3CDTF">2026-05-04T04:51:53Z</dcterms:created>
  <dcterms:modified xsi:type="dcterms:W3CDTF">2026-05-04T04:51:53Z</dcterms:modified>
</cp:coreProperties>
</file>